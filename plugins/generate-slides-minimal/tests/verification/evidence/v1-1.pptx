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Osprey score picks designs that bind Target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000000"/>
                </a:solidFill>
                <a:latin typeface="Avenir Light"/>
              </a:defRPr>
            </a:pPr>
            <a:r>
              <a:t>A. Author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Example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A score that ranks designs before the assay helps only if high scores mean binding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Question: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Does the Osprey score pick designs that bind Target T in the Kestrel assay?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Need: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Osprey score ranks a design from 0 to 10 before the assay. A ranking helps only if high-scored designs bind.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Test: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40 designs of the Heron set, built in 4 rounds of 10 designs, each read in the Kestrel assay.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480560"/>
            <a:ext cx="10698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Keep this: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The Osprey score picked designs that bound Target T: the hit rate rose from 20 percent to 70 percent across four rounds.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Kestrel assay scored 40 filtered designs, and a hit is a signal of at least 50 au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1. Osprey score    ranks each design from 0 to 10, before the assay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2. Mallard filter  drops each design with a score below 4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3. Kestrel assay   reads the binding signal (au) every 10 min for 60 min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4. Hit             a design with a signal of at least 50 au at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Heron set: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40 designs, built in 4 rounds of 10 designs each.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Signal: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signal of a design is the reading at 60 minutes.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Hit rate: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hit rate of a group is the share of its designs that are hits.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hit rate rose from 20 percent to 70 percent in four rounds</a:t>
            </a:r>
          </a:p>
        </p:txBody>
      </p:sp>
      <p:pic>
        <p:nvPicPr>
          <p:cNvPr id="3" name="Picture 2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432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Round 1: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20 percent, 2 of 10 designs were hits.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Rounds 2 and 3: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30 percent and 50 percent.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Round 4: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70 percent, 7 of 10 designs were hits.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4572000"/>
            <a:ext cx="4023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Baseline: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Round 1 gave 20 percent.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Source: figures/fig1.png. Each round holds 10 designs of the Heron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All 6 designs with an Osprey score of 9 or higher were hits</a:t>
            </a:r>
          </a:p>
        </p:txBody>
      </p:sp>
      <p:pic>
        <p:nvPicPr>
          <p:cNvPr id="3" name="Picture 2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432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 9 or higher: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6 of 6 designs were hits.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Highest score: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9.9, with a signal of 60.3 au.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 range: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4 to 9.9 only, because the Mallard filter dropped each design below 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4572000"/>
            <a:ext cx="4023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Baseline: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Below a score of 9, 11 of 34 designs were hits.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Source: figures/fig3.png. 40 designs of the Heron set. Pearson r between score and signal: 0.60, computed from results.csv.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On Target C the designed set beat the control, 80 percent to 10 percent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432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Five targets: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designed peptides beat the control peptides on every target.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Groups: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10 designed peptides and 10 control peptides. None belongs to the Heron set.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Caution: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control peptides were not matched for length.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4572000"/>
            <a:ext cx="4023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Baseline: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The control reached 10 percent.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Source: figures/fig2.png.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Batched pipeline cost 41 units per design, against 100 units for the Manual pipeline</a:t>
            </a:r>
          </a:p>
        </p:txBody>
      </p:sp>
      <p:pic>
        <p:nvPicPr>
          <p:cNvPr id="3" name="Picture 2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432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Manual: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100 units per design.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Filtered: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64 units per design.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Batched: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41 units per design, 59 units below Manual.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4572000"/>
            <a:ext cx="4023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Baseline: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The Manual pipeline cost 100 units.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Source: figures/fig7.png. Cost per design of 3 pipelines.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study ran once on one plate layout, and the controls were not matched for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One run: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study ran once, on one plate layout.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Controls: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control peptides were not matched to the designed peptides for length.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 range: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Each design passed the Mallard filter, so the data cover scores from 4 to 9.9 only.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Group size: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Each round and each peptide group holds 10 designs, so one design moves a hit rate by 10 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next run repeats the assay on a second plate layout with length-matched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Second plate layout: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Repeat the assay to test whether the result holds beyond one layout.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Length-matched controls: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Match each control peptide to a designed peptide for length.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Scores below 4: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Assay designs that the Mallard filter dropped, to cover the full score range.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Three results support the message: the hit rate rose, the designs beat the control, the cost fell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2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1.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hit rate rose from 20 percent to 70 percent in four rounds.</a:t>
            </a:r>
          </a:p>
          <a:p>
            <a:pPr algn="l">
              <a:lnSpc>
                <a:spcPts val="1839"/>
              </a:lnSpc>
              <a:spcAft>
                <a:spcPts val="1400"/>
              </a:spcAft>
            </a:pPr>
            <a:r>
              <a:rPr sz="1600" b="0" i="0">
                <a:solidFill>
                  <a:srgbClr val="6B7280"/>
                </a:solidFill>
                <a:latin typeface="Avenir Light"/>
              </a:rPr>
              <a:t>    Baseline: Round 1 gave 20 percent.</a:t>
            </a:r>
          </a:p>
          <a:p>
            <a:pPr algn="l">
              <a:lnSpc>
                <a:spcPts val="2529"/>
              </a:lnSpc>
              <a:spcAft>
                <a:spcPts val="2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2.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On Target C the designed set beat the control, 80 percent to 10 percent.</a:t>
            </a:r>
          </a:p>
          <a:p>
            <a:pPr algn="l">
              <a:lnSpc>
                <a:spcPts val="1839"/>
              </a:lnSpc>
              <a:spcAft>
                <a:spcPts val="1400"/>
              </a:spcAft>
            </a:pPr>
            <a:r>
              <a:rPr sz="1600" b="0" i="0">
                <a:solidFill>
                  <a:srgbClr val="6B7280"/>
                </a:solidFill>
                <a:latin typeface="Avenir Light"/>
              </a:rPr>
              <a:t>    Baseline: The control reached 10 percent.</a:t>
            </a:r>
          </a:p>
          <a:p>
            <a:pPr algn="l">
              <a:lnSpc>
                <a:spcPts val="2529"/>
              </a:lnSpc>
              <a:spcAft>
                <a:spcPts val="2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3.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Batched pipeline cost 41 units per design.</a:t>
            </a:r>
          </a:p>
          <a:p>
            <a:pPr algn="l">
              <a:lnSpc>
                <a:spcPts val="1839"/>
              </a:lnSpc>
              <a:spcAft>
                <a:spcPts val="1400"/>
              </a:spcAft>
            </a:pPr>
            <a:r>
              <a:rPr sz="1600" b="0" i="0">
                <a:solidFill>
                  <a:srgbClr val="6B7280"/>
                </a:solidFill>
                <a:latin typeface="Avenir Light"/>
              </a:rPr>
              <a:t>    Baseline: The Manual pipeline cost 100 units.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Keep this: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The Osprey score picked designs that bound Target T: the hit rate rose from 20 percent to 70 percent across four rounds.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Backup: At 60 minutes the reference design read 94.5 au at 25 uM and 27.7 au at 1 uM</a:t>
            </a:r>
          </a:p>
        </p:txBody>
      </p:sp>
      <p:pic>
        <p:nvPicPr>
          <p:cNvPr id="3" name="Picture 2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432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Design: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one reference design at 3 concentrations, 1, 5 and 25 uM.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Readings: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7 readings per concentration, every 10 minutes for 60 minutes.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Signal: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signal of a design is the reading at 60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4572000"/>
            <a:ext cx="4023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Middle series: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At 5 uM the reference design read 54.9 au.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Source: figures/fig8.png.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Backup: Binding signal fell with peptide length, 24.9 au at 40 residues and 60.6 au at 8 residues</a:t>
            </a:r>
          </a:p>
        </p:txBody>
      </p:sp>
      <p:pic>
        <p:nvPicPr>
          <p:cNvPr id="3" name="Picture 2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400800" cy="432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Longest peptide: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40 residues, 24.9 au.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Shortest peptide: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8 residues, 60.6 au.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Link to controls: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control peptides were not matched for length.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4572000"/>
            <a:ext cx="4023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Correlation: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Pearson r between length and signal is -0.38.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Source: figures/fig4.png. Same 40 designs as the score plot. Pearson r computed from results.csv.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