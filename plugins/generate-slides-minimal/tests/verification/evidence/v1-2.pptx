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Osprey score picks designs that bind Target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000000"/>
                </a:solidFill>
                <a:latin typeface="Avenir Light"/>
              </a:defRPr>
            </a:pPr>
            <a:r>
              <a:t>A. Author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B7280"/>
                </a:solidFill>
                <a:latin typeface="Avenir Light"/>
              </a:defRPr>
            </a:pPr>
            <a:r>
              <a:t>Example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B7280"/>
                </a:solidFill>
                <a:latin typeface="Avenir Light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Osprey score is worth using only if the designs it picks bind Target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Question: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Does the Osprey score pick designs that bind Target T in the Kestrel assay?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Osprey score ranks each design from 0 to 10 before the assay.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Test: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Heron set holds 40 designs, built in 4 rounds of 10.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5720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200" b="0">
                <a:solidFill>
                  <a:srgbClr val="036DEA"/>
                </a:solidFill>
                <a:latin typeface="Avenir Light"/>
              </a:rPr>
              <a:t>Message: </a:t>
            </a:r>
            <a:r>
              <a:rPr sz="2200" b="0">
                <a:solidFill>
                  <a:srgbClr val="000000"/>
                </a:solidFill>
                <a:latin typeface="Avenir Light"/>
              </a:rPr>
              <a:t>The Osprey score picked designs that bound Target T: the hit rate rose from 20 percent to 70 percent across four rounds.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Mallard filter passed only designs with an Osprey score of 4 or higher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Heron set (40 designs, 4 rounds of 10)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-&gt; Osprey score (0 to 10, before the assay)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-&gt; Mallard filter (drop each score below 4)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-&gt; Kestrel assay (binding signal at 60 minutes)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-&gt; Hit (signal of 50 au or more)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10698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Filter: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Mallard filter drops each design with a score below 4.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Set: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Each of the 40 Heron designs passed the filter.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Range: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Scores run from 4.0 to 9.9, so the data say nothing about scores below 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Kestrel assay reads a signal that rises with concentration</a:t>
            </a:r>
          </a:p>
        </p:txBody>
      </p:sp>
      <p:pic>
        <p:nvPicPr>
          <p:cNvPr id="3" name="Picture 2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85216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Reading: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signal of a design is the reading at 60 minutes.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Hit: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A hit is a design with a signal of at least 50 arbitrary units (au).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Reference design: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At 60 minutes it read 27.7 au at 1 uM and 94.5 au at 25 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One reference design, 3 concentrations, 7 readings 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hit rate rose from 20 percent to 70 percent in four rounds</a:t>
            </a:r>
          </a:p>
        </p:txBody>
      </p:sp>
      <p:pic>
        <p:nvPicPr>
          <p:cNvPr id="3" name="Picture 2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85216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Rounds: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Each round holds 10 designs, so one design moves the hit rate by 10 points.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Middle rounds: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Round 2 gave 30 percent and Round 3 gave 50 percent.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Hit rate: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hit rate is the share of designs that are hits.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4068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200" b="0">
                <a:solidFill>
                  <a:srgbClr val="036DEA"/>
                </a:solidFill>
                <a:latin typeface="Avenir Light"/>
              </a:rPr>
              <a:t>Baseline: </a:t>
            </a:r>
            <a:r>
              <a:rPr sz="2200" b="0">
                <a:solidFill>
                  <a:srgbClr val="000000"/>
                </a:solidFill>
                <a:latin typeface="Avenir Light"/>
              </a:rPr>
              <a:t>Round 1 gave 20 percent.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Designs with a higher Osprey score gave a higher binding signal</a:t>
            </a:r>
          </a:p>
        </p:txBody>
      </p:sp>
      <p:pic>
        <p:nvPicPr>
          <p:cNvPr id="3" name="Picture 2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85216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Trend: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Pearson r is 0.60 across the 40 designs.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Top scores: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six designs scoring 9 or higher gave 60.3 to 79.2 au. All six are hits.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Low scores: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Only 2 of 13 designs scoring below 6 are hits.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Pearson r and hit counts: computed from results.csv (n = 40).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On Target C the designed set beat the control, 80 percent to 10 percent</a:t>
            </a:r>
          </a:p>
        </p:txBody>
      </p:sp>
      <p:pic>
        <p:nvPicPr>
          <p:cNvPr id="3" name="Picture 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85216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All targets: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designed set beat the control on each of the 5 targets.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Group size: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Each group holds 10 peptides.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Set: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These peptides do not belong to the Heron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4068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200" b="0">
                <a:solidFill>
                  <a:srgbClr val="036DEA"/>
                </a:solidFill>
                <a:latin typeface="Avenir Light"/>
              </a:rPr>
              <a:t>Baseline: </a:t>
            </a:r>
            <a:r>
              <a:rPr sz="2200" b="0">
                <a:solidFill>
                  <a:srgbClr val="000000"/>
                </a:solidFill>
                <a:latin typeface="Avenir Light"/>
              </a:rPr>
              <a:t>The control reached 10 percent.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Batched pipeline cost 41 units per design</a:t>
            </a:r>
          </a:p>
        </p:txBody>
      </p:sp>
      <p:pic>
        <p:nvPicPr>
          <p:cNvPr id="3" name="Picture 2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85216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Comparison: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Batched pipeline cost 59 units less per design than the Manual pipeline.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Middle: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Filtered pipeline cost 64 units per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4068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200" b="0">
                <a:solidFill>
                  <a:srgbClr val="036DEA"/>
                </a:solidFill>
                <a:latin typeface="Avenir Light"/>
              </a:rPr>
              <a:t>Baseline: </a:t>
            </a:r>
            <a:r>
              <a:rPr sz="2200" b="0">
                <a:solidFill>
                  <a:srgbClr val="000000"/>
                </a:solidFill>
                <a:latin typeface="Avenir Light"/>
              </a:rPr>
              <a:t>The Manual pipeline cost 100 units.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Binding signal tended to fall as peptide length rose in the Heron set</a:t>
            </a:r>
          </a:p>
        </p:txBody>
      </p:sp>
      <p:pic>
        <p:nvPicPr>
          <p:cNvPr id="3" name="Picture 2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85216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Trend: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Pearson r is -0.38 across the 40 designs.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Shortest: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8-residue peptide gave 60.6 au.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Longest: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40-residue peptide gave 24.9 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Pearson r: computed from results.csv (n = 40).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study ran once, on one plate layout, with controls not matched for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Replicates: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study ran once, on one plate layout.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Controls: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control peptides were not matched to the designed peptides for length.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Group size: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Each target group holds 10 peptides, so one peptide moves a hit rate by 10 points.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 range: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Mallard filter removed scores below 4, so the data cover scores from 4.0 to 9.9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next study repeats the assay on a second plate layout with length-matched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Repeat: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Run the Kestrel assay again on a second plate layout.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Match: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Build control peptides that match the designed peptides for length.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Extend: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Add designs with an Osprey score below 4 to cover the full score range.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Osprey score picked designs that bound Target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14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1. 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hit rate rose from 20 percent to 70 percent in four rounds.</a:t>
            </a:r>
            <a:r>
              <a:rPr sz="2200" b="0" i="0">
                <a:solidFill>
                  <a:srgbClr val="6B7280"/>
                </a:solidFill>
                <a:latin typeface="Avenir Light"/>
              </a:rPr>
              <a:t>  Baseline: Round 1 gave 20 percent.</a:t>
            </a:r>
          </a:p>
          <a:p>
            <a:pPr algn="l">
              <a:lnSpc>
                <a:spcPts val="2529"/>
              </a:lnSpc>
              <a:spcAft>
                <a:spcPts val="14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2. 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On Target C the designed set beat the control, 80 percent to 10 percent.</a:t>
            </a:r>
            <a:r>
              <a:rPr sz="2200" b="0" i="0">
                <a:solidFill>
                  <a:srgbClr val="6B7280"/>
                </a:solidFill>
                <a:latin typeface="Avenir Light"/>
              </a:rPr>
              <a:t>  Baseline: The control reached 10 percent.</a:t>
            </a:r>
          </a:p>
          <a:p>
            <a:pPr algn="l">
              <a:lnSpc>
                <a:spcPts val="2529"/>
              </a:lnSpc>
              <a:spcAft>
                <a:spcPts val="14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3. 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Batched pipeline cost 41 units per design.</a:t>
            </a:r>
            <a:r>
              <a:rPr sz="2200" b="0" i="0">
                <a:solidFill>
                  <a:srgbClr val="6B7280"/>
                </a:solidFill>
                <a:latin typeface="Avenir Light"/>
              </a:rPr>
              <a:t>  Baseline: The Manual pipeline cost 100 units.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200" b="0">
                <a:solidFill>
                  <a:srgbClr val="036DEA"/>
                </a:solidFill>
                <a:latin typeface="Avenir Light"/>
              </a:rPr>
              <a:t>Message: </a:t>
            </a:r>
            <a:r>
              <a:rPr sz="2200" b="0">
                <a:solidFill>
                  <a:srgbClr val="000000"/>
                </a:solidFill>
                <a:latin typeface="Avenir Light"/>
              </a:rPr>
              <a:t>The Osprey score picked designs that bound Target T: the hit rate rose from 20 percent to 70 percent across four rounds.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Hit share rose from 2 of 13 designs to 7 of 9 across three Osprey score bands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03120"/>
                <a:gridCol w="2103120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Osprey score band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Designs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Hits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Hit share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4 to under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15 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6 to under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44 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8 to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78 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All 40 designs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42.5 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663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A hit is a design with a binding signal of at least 50 au. Source: results.csv, 40 designs of the Heron 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Melting temperature rose with Osprey score, up to 81.1 C at a score of 9.3</a:t>
            </a:r>
          </a:p>
        </p:txBody>
      </p:sp>
      <p:pic>
        <p:nvPicPr>
          <p:cNvPr id="3" name="Picture 2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85216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Trend: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Pearson r is 0.70 across the 40 designs.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Highest: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most stable design melted at 81.1 C and had an Osprey score of 9.3.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Pearson r: computed from results.csv (n = 40).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Expression yield of the 6 designs ranged from 9 to 44 mg/L</a:t>
            </a:r>
          </a:p>
        </p:txBody>
      </p:sp>
      <p:pic>
        <p:nvPicPr>
          <p:cNvPr id="3" name="Picture 2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85216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Highest: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Design 4 gave the best yield, 44 mg/L.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Lowest: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Design 5 gave the lowest yield, 9 mg/L.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The 6 designs belong to the Heron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