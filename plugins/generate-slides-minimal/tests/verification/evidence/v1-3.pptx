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Osprey score picks designs that bind Target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000000"/>
                </a:solidFill>
                <a:latin typeface="Avenir Light"/>
              </a:defRPr>
            </a:pPr>
            <a:r>
              <a:t>A. Author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Example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A score helps only if its top-ranked designs bind Target T in the assay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Question: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Does the Osprey score pick designs that bind Target T in the Kestrel assay?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Osprey score ranks each design from 0 to 10 before the assay.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Data: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Heron set holds 40 designs, built in 4 rounds of 10 designs each.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Filter: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Mallard filter drops each design with a score below 4. Each design of the Heron set passed the filter.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Each design gets an Osprey score, passes the Mallard filter, and is assayed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566928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Design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|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v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Osprey score  (0 to 10)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|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v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Mallard filter  (drops score &lt; 4)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|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v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Kestrel assay  (signal at 60 min)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|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  v</a:t>
            </a:r>
          </a:p>
          <a:p>
            <a:pPr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374151"/>
                </a:solidFill>
                <a:latin typeface="PT Mono"/>
              </a:defRPr>
            </a:pPr>
            <a:r>
              <a:t>Hit  (signal &gt;= 50 au)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5087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Filter: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scores run from 4.0 to 9.9 because the filter removes lower scores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Hit rate: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share of designs in a group that are hits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Kestrel assay reads binding at 60 minutes, and a hit needs at least 50 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Plate assay: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reads the binding signal every 10 minutes for 60 minutes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Signal: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reading at 60 minutes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Hit: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a signal of at least 50 arbitrary units (au)</a:t>
            </a:r>
          </a:p>
        </p:txBody>
      </p:sp>
      <p:pic>
        <p:nvPicPr>
          <p:cNvPr id="4" name="Picture 3" descr="fi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029200" cy="3394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4846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One reference design at 3 concentrations, 7 readings each. At 60 minutes: 94.5 au at 25 uM and 27.7 au at 1 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Three comparisons carry the result, and each one has its own baseline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002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291840"/>
                <a:gridCol w="329184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Comparison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Hit rate across the four rounds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Round 4 hit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Round 1 hit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Designed set against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Hit rate on Target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Control hit rate on Target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Pipeline cost per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Batched pipeline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Manual pipeline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hit rate rose from 20 percent in Round 1 to 70 percent in Round 4</a:t>
            </a:r>
          </a:p>
        </p:txBody>
      </p:sp>
      <p:pic>
        <p:nvPicPr>
          <p:cNvPr id="3" name="Picture 2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5087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Round 1: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2 of 10 designs were hits (20 percent)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Round 4: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7 of 10 designs were hits (70 percent)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All rounds: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17 of 40 designs were hits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A hit is a signal of at least 50 au. Each round holds 10 designs.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Designs with higher Osprey scores gave hits more often</a:t>
            </a:r>
          </a:p>
        </p:txBody>
      </p:sp>
      <p:pic>
        <p:nvPicPr>
          <p:cNvPr id="3" name="Picture 2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5087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 below 6: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2 of 13 designs were hits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 6 to below 8: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8 of 18 designs were hits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 8 or more: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7 of 9 designs were hits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A hit is a signal of at least 50 au. The score bins were set after the data were in. Spearman correlation of score and signal: 0.53 (n = 40).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On Target C the designed set beat the control, 80 percent to 10 percent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5087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Target C: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designed set 80 percent, control 10 percent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All 5 targets: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designed set beat the control on each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Control range: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10 to 20 percent hit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Each group holds 10 peptides per target. These peptides do not belong to the Heron set. The control peptides were not matched to the designed peptides for length.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Batched pipeline cost 41 units per design against 100 for the Manual pipeline</a:t>
            </a:r>
          </a:p>
        </p:txBody>
      </p:sp>
      <p:pic>
        <p:nvPicPr>
          <p:cNvPr id="3" name="Picture 2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5087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Batched: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41 units per design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Filtered: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64 units per design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Manual: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100 units per design, the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One plate layout and unmatched control lengths limit what these results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Single run: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study ran once, on one plate layout.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Control length: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control peptides were not matched to the designed peptides for length.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Separate sets: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Target C control comparison used peptides outside the Heron set.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Score range: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Mallard filter removed scores below 4, so the data cover scores 4.0 to 9.9.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Length: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Longer peptides gave lower signals in the Heron set (backup slide).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The next test needs a second plate layout and length-matched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Replicate: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Run the assay again on a second plate layout.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Match: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Build a control set that matches the designed peptides for length.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Link rounds to scores: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Test whether the Osprey score caused the rise in hit rate across the rounds.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Higher Osprey scores gave more hits, and the hit rate rose from 20 to 70 percent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14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1. 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hit rate rose from 20 percent in Round 1 to 70 percent in Round 4.</a:t>
            </a:r>
          </a:p>
          <a:p>
            <a:pPr algn="l">
              <a:lnSpc>
                <a:spcPts val="2529"/>
              </a:lnSpc>
              <a:spcAft>
                <a:spcPts val="14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2. 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On Target C the designed set beat the control, 80 percent to 10 percent.</a:t>
            </a:r>
          </a:p>
          <a:p>
            <a:pPr algn="l">
              <a:lnSpc>
                <a:spcPts val="2529"/>
              </a:lnSpc>
              <a:spcAft>
                <a:spcPts val="14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3. 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Batched pipeline cost 41 units per design; the Manual pipeline cost 100.</a:t>
            </a:r>
          </a:p>
          <a:p>
            <a:pPr algn="l">
              <a:lnSpc>
                <a:spcPts val="2529"/>
              </a:lnSpc>
              <a:spcAft>
                <a:spcPts val="14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4. 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Hits were 7 of 9 designs scoring 8 or more and 2 of 13 scoring below 6.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93776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Limit: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one plate layout, and control peptides not matched for length.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Longer peptides gave lower binding signals in the Heron set</a:t>
            </a:r>
          </a:p>
        </p:txBody>
      </p:sp>
      <p:pic>
        <p:nvPicPr>
          <p:cNvPr id="3" name="Picture 2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5087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Longest: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40 residues gave 24.9 au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Shortest: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8 residues gave 60.6 au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Trend: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Spearman correlation -0.45 across 40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Backup slide. Same 40 designs as the plot of signal against Osprey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Higher Osprey scores went with higher melting temperatures</a:t>
            </a:r>
          </a:p>
        </p:txBody>
      </p:sp>
      <p:pic>
        <p:nvPicPr>
          <p:cNvPr id="3" name="Picture 2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5087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Most stable: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81.1 C at an Osprey score of 9.3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Trend: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Spearman correlation 0.69 across 40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Backup slide. Same 40 designs as the plot of signal against Osprey score.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Expression yield ranged from 9 mg/L for Design 5 to 44 mg/L for Design 4</a:t>
            </a:r>
          </a:p>
        </p:txBody>
      </p:sp>
      <p:pic>
        <p:nvPicPr>
          <p:cNvPr id="3" name="Picture 2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443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5087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Best yield: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Design 4 gave 44 mg/L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Lowest yield: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Design 5 gave 9 mg/L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Sample: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6 designs of the Heron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Backup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